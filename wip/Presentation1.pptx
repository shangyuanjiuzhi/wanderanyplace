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3CCA-11C1-8C1B-7A4C-F06367519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2FCD4-B8EE-A959-8D3D-822422AA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4CB3-1354-A987-993B-1677302B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D6EA2-3E30-1304-2BEF-7FB4607F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AED18-2C88-F380-C403-1E3156AB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404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3047-EA8C-4301-13B1-D36C25A9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1F0B-AD58-D4E2-BBE0-E6B59228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C02DE-C356-B986-E357-E4E836D2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C7A0-6808-BEA2-0F89-EDDB1118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7536-FF5A-1F4C-A66C-AA639AB5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293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9273-66E4-26A5-56B1-8BFF2358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24324-2665-84E1-6FC1-374BB0031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3B47A-83D0-DCC4-B7E1-B832562F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DD94F-0E98-4DFB-595B-6205EFA2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C7DF6-F826-C702-9FDB-ECDC748F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690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F7CC-D289-1BB5-D94B-347C835D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422C-50C7-18BA-54A3-498B06EC4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AAEF4-BD60-CE34-2311-447B743A4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4D45A-D0DE-918F-1C69-CC156E45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9634F-955A-C43E-F051-B75A2821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08696-2E2C-5539-81DE-57EC7392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346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EE65-8331-0C05-8FC2-8815C09D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9A552-FAE4-CD22-0731-E4A25F335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9996E-6502-6724-154C-1DA4F97E9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371F9-C4C3-4C98-7111-AC0B6F753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3A416-B292-F9C4-10CC-A607C57F7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50F4F-1157-1507-286E-FFAA2757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5EEAC-E0F2-D759-1234-84D3ED18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8E268-A9EE-C2FE-A9CB-454E74C3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369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25CF-3A4A-7638-2426-18AAD1FE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36FC3-FCF9-90D5-4CFE-599C145F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CE1C7-821F-BACB-6CE2-345EF9DD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0685C-ED0F-7337-BB0C-8AE83F3F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082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C5621-4E73-9055-8179-BFD6AFF8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98BFF-FC2E-DBBD-9193-AD279C88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5AD1-CCDA-7A2A-4247-42E0D45F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26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FE6D-DD85-A01B-7314-FC8F6D11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CB941-F8CB-9EC8-0E03-87C169FAB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D7116-F475-FB7C-ABAC-02F69437F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53A84-1B31-4514-B139-CE5A0ED2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BCD4B-CFD7-D256-EC3F-38E7E348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37D82-7E30-5AA4-3A4F-5B66120F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195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C482-957B-CBD0-40AC-474EDCC9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FF684-8957-1C00-77D2-C5E29ECC2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C3AD8-27E0-4600-11AA-45126BA8E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CCCDB-F301-06CB-42E7-E4DAA590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77A7A-F522-2098-37D1-195B3D1A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8F99-FB0B-8C24-339F-9B3BAE27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915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4876-9874-1D1B-364B-E48E8061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DCB52-05FC-4483-5806-6DA4F013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CC5E8-FC78-36C4-5A52-8DC3D540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33E55-805A-89BB-52F4-CC73523B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8D3C-BAC1-E2E2-799B-5F23EF66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661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A4960-E2A2-AC33-81B2-AB944A606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FBBEA-8B05-DD66-3D86-EEC9639C9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66D9-6568-26E0-9959-8C6414CD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82F5F-F9C0-4818-885A-9DBCE14C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266E0-79CC-28BD-CB36-046AB73E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255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62DEA-534E-0420-B12A-4DCCE547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F6B2C-A140-A5C4-9AB8-222AC8295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C7CD-D49E-F254-625A-AD8306573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63E6B-D9F9-654A-8B5B-598C1B575C18}" type="datetimeFigureOut">
              <a:rPr lang="en-CN" smtClean="0"/>
              <a:t>2026/4/7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F8B4-3AC1-113A-DB3F-EC234B72A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F6B8-9896-9068-4875-C7ADFF5E8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FDAE4-FD08-B240-87D9-8E7F9BCB47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544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C3FE4C-724E-5BEC-9CF3-217EBB69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8"/>
          <a:stretch>
            <a:fillRect/>
          </a:stretch>
        </p:blipFill>
        <p:spPr>
          <a:xfrm>
            <a:off x="1530522" y="1632879"/>
            <a:ext cx="2757273" cy="2757273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7AB955-1CD1-7A6D-1988-2F94008E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6" r="-3" b="-3"/>
          <a:stretch>
            <a:fillRect/>
          </a:stretch>
        </p:blipFill>
        <p:spPr>
          <a:xfrm>
            <a:off x="4674471" y="1632879"/>
            <a:ext cx="2849586" cy="2849586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ABD4E8-C145-EC5F-4F0B-76F1D4A4A0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1664"/>
          <a:stretch>
            <a:fillRect/>
          </a:stretch>
        </p:blipFill>
        <p:spPr>
          <a:xfrm>
            <a:off x="7818420" y="1632879"/>
            <a:ext cx="2849586" cy="2849586"/>
          </a:xfrm>
          <a:custGeom>
            <a:avLst/>
            <a:gdLst/>
            <a:ahLst/>
            <a:cxnLst/>
            <a:rect l="l" t="t" r="r" b="b"/>
            <a:pathLst>
              <a:path w="2849586" h="2849586">
                <a:moveTo>
                  <a:pt x="1424793" y="0"/>
                </a:moveTo>
                <a:cubicBezTo>
                  <a:pt x="2211684" y="0"/>
                  <a:pt x="2849586" y="637902"/>
                  <a:pt x="2849586" y="1424793"/>
                </a:cubicBezTo>
                <a:cubicBezTo>
                  <a:pt x="2849586" y="2211684"/>
                  <a:pt x="2211684" y="2849586"/>
                  <a:pt x="1424793" y="2849586"/>
                </a:cubicBezTo>
                <a:cubicBezTo>
                  <a:pt x="637902" y="2849586"/>
                  <a:pt x="0" y="2211684"/>
                  <a:pt x="0" y="1424793"/>
                </a:cubicBezTo>
                <a:cubicBezTo>
                  <a:pt x="0" y="637902"/>
                  <a:pt x="637902" y="0"/>
                  <a:pt x="1424793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CAB66B-29D8-0A04-2D6E-CFB3FE6974F6}"/>
              </a:ext>
            </a:extLst>
          </p:cNvPr>
          <p:cNvSpPr txBox="1"/>
          <p:nvPr/>
        </p:nvSpPr>
        <p:spPr>
          <a:xfrm>
            <a:off x="1948602" y="4491784"/>
            <a:ext cx="221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Ctrip Car Rental</a:t>
            </a:r>
            <a:endParaRPr lang="en-C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79041-E68A-82EB-BD1E-004E817505DD}"/>
              </a:ext>
            </a:extLst>
          </p:cNvPr>
          <p:cNvSpPr txBox="1"/>
          <p:nvPr/>
        </p:nvSpPr>
        <p:spPr>
          <a:xfrm>
            <a:off x="4987162" y="4492250"/>
            <a:ext cx="2217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ui-sans-serif"/>
              </a:rPr>
              <a:t>Shenzhou Car Rental</a:t>
            </a:r>
            <a:endParaRPr lang="en-C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F6636-A398-C77E-E635-97B60584E305}"/>
              </a:ext>
            </a:extLst>
          </p:cNvPr>
          <p:cNvSpPr txBox="1"/>
          <p:nvPr/>
        </p:nvSpPr>
        <p:spPr>
          <a:xfrm>
            <a:off x="9014262" y="4497380"/>
            <a:ext cx="846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 err="1">
                <a:effectLst/>
                <a:latin typeface="Microsoft YaHei UI" panose="020B0400000000000000" pitchFamily="34" charset="-122"/>
                <a:ea typeface="Microsoft YaHei UI" panose="020B0400000000000000" pitchFamily="34" charset="-122"/>
              </a:rPr>
              <a:t>eHi</a:t>
            </a:r>
            <a:endParaRPr lang="en-CN" sz="1600" b="1" dirty="0">
              <a:latin typeface="Microsoft YaHei UI" panose="020B0400000000000000" pitchFamily="34" charset="-122"/>
              <a:ea typeface="Microsoft YaHei UI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20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YaHei UI</vt:lpstr>
      <vt:lpstr>ui-sans-serif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yes</dc:creator>
  <cp:lastModifiedBy>yes</cp:lastModifiedBy>
  <cp:revision>1</cp:revision>
  <dcterms:created xsi:type="dcterms:W3CDTF">2026-04-07T02:26:15Z</dcterms:created>
  <dcterms:modified xsi:type="dcterms:W3CDTF">2026-04-07T06:14:21Z</dcterms:modified>
</cp:coreProperties>
</file>